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0"/>
    <a:srgbClr val="EBEFF2"/>
    <a:srgbClr val="EAE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74" y="49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ff44694f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ff44694fc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f44694f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f44694f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ff44694fc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ff44694fc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ff44694fc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ff44694fc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ff44694fc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ff44694fc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ff44694fc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ff44694fc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ff44694fc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ff44694fc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ff44694fc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ff44694fc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ff44694fc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ff44694fc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0155cd4ec_6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0155cd4ec_6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0155cd4ec_67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0155cd4ec_67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0155cd4ec_67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0155cd4ec_67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57374" y="4309619"/>
            <a:ext cx="6525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</a:rPr>
              <a:t>ՀԱՊՀ</a:t>
            </a:r>
            <a:endParaRPr sz="1300">
              <a:solidFill>
                <a:srgbClr val="1F1F1F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463740" y="4513588"/>
            <a:ext cx="6525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</a:rPr>
              <a:t>Ն․Բադալյան</a:t>
            </a:r>
            <a:endParaRPr sz="1300">
              <a:solidFill>
                <a:srgbClr val="1F1F1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418421" y="4717176"/>
            <a:ext cx="6525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</a:rPr>
              <a:t>2026</a:t>
            </a:r>
            <a:endParaRPr sz="1300">
              <a:solidFill>
                <a:srgbClr val="1F1F1F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551379" y="4139705"/>
            <a:ext cx="6262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</a:rPr>
              <a:t>, ուսանող՝ Գրիգորյան Արսեն</a:t>
            </a:r>
            <a:endParaRPr sz="13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21137" y="-1512900"/>
            <a:ext cx="9989524" cy="8857949"/>
          </a:xfrm>
          <a:prstGeom prst="rect">
            <a:avLst/>
          </a:prstGeom>
          <a:noFill/>
          <a:ln w="9525" cap="flat" cmpd="sng">
            <a:solidFill>
              <a:srgbClr val="FBFAF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7" name="Google Shape;67;p15"/>
          <p:cNvSpPr/>
          <p:nvPr/>
        </p:nvSpPr>
        <p:spPr>
          <a:xfrm>
            <a:off x="269824" y="679019"/>
            <a:ext cx="4203802" cy="433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FBF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604425" y="1663522"/>
            <a:ext cx="3534600" cy="3070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1F1F1F"/>
                </a:solidFill>
                <a:highlight>
                  <a:srgbClr val="E9EEF6"/>
                </a:highlight>
              </a:rPr>
              <a:t> Գրաֆը բաղկացած է.</a:t>
            </a: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1F1F1F"/>
                </a:solidFill>
                <a:highlight>
                  <a:srgbClr val="E9EEF6"/>
                </a:highlight>
              </a:rPr>
              <a:t>• գագաթներից (V)</a:t>
            </a: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1F1F1F"/>
                </a:solidFill>
                <a:highlight>
                  <a:srgbClr val="E9EEF6"/>
                </a:highlight>
              </a:rPr>
              <a:t>• կողերից (E)</a:t>
            </a: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1F1F1F"/>
                </a:solidFill>
                <a:highlight>
                  <a:srgbClr val="E9EEF6"/>
                </a:highlight>
              </a:rPr>
              <a:t>Յուրաքանչյուր կող կարող է ունենալ քաշ, որը ներկայացնում է.</a:t>
            </a: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1F1F1F"/>
                </a:solidFill>
                <a:highlight>
                  <a:srgbClr val="E9EEF6"/>
                </a:highlight>
              </a:rPr>
              <a:t>• հեռավորություն</a:t>
            </a: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1F1F1F"/>
                </a:solidFill>
                <a:highlight>
                  <a:srgbClr val="E9EEF6"/>
                </a:highlight>
              </a:rPr>
              <a:t>• ժամանակ</a:t>
            </a: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1F1F1F"/>
                </a:solidFill>
                <a:highlight>
                  <a:srgbClr val="E9EEF6"/>
                </a:highlight>
              </a:rPr>
              <a:t>• կամ ծախս</a:t>
            </a: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1F1F1F"/>
                </a:solidFill>
                <a:highlight>
                  <a:srgbClr val="E9EEF6"/>
                </a:highlight>
              </a:rPr>
              <a:t>Կարճագույն ճանապարհի խնդիրը պահանջում է գտնել այն ճանապարհը, որի ընդհանուր քաշը նվազագույն է։</a:t>
            </a:r>
            <a:endParaRPr sz="1250" dirty="0">
              <a:solidFill>
                <a:srgbClr val="1F1F1F"/>
              </a:solidFill>
              <a:highlight>
                <a:srgbClr val="E9EEF6"/>
              </a:highlight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939025" y="917925"/>
            <a:ext cx="759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2"/>
                </a:solidFill>
              </a:rPr>
              <a:t>Գրաֆի մոդել</a:t>
            </a:r>
            <a:endParaRPr sz="1800" b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1555775" y="302900"/>
            <a:ext cx="6262500" cy="7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1BDF3"/>
                </a:solidFill>
              </a:rPr>
              <a:t>Կարճագույն ճանապարհի ալգորիթմներ</a:t>
            </a:r>
            <a:endParaRPr>
              <a:solidFill>
                <a:srgbClr val="61BDF3"/>
              </a:solidFill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3891000" cy="33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30" b="1"/>
              <a:t>Գրաֆերում կարճագույն ճանապարհի որոնման համար գոյություն ունեն տարբեր ալգորիթմներ։</a:t>
            </a:r>
            <a:endParaRPr sz="143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30" b="1"/>
              <a:t>Այս աշխատանքի շրջանակում ուսումնասիրվել են.</a:t>
            </a:r>
            <a:endParaRPr sz="143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30" b="1"/>
              <a:t>• Դեյքստրայի ալգորիթմը</a:t>
            </a:r>
            <a:endParaRPr sz="143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30" b="1"/>
              <a:t>• Ա* ալգորիթմը</a:t>
            </a:r>
            <a:endParaRPr sz="143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30" b="1"/>
              <a:t>Նպատակն է հասկանալ դրանց աշխատանքի սկզբունքները և համեմատել արդյունավետությունը տարբեր իրավիճակներում։</a:t>
            </a:r>
            <a:endParaRPr sz="143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0F76D6-719A-4757-AC3A-C751D8D14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1BDF3"/>
                </a:solidFill>
              </a:rPr>
              <a:t>Դեյկստրայի Ալգորիթմ</a:t>
            </a:r>
            <a:endParaRPr>
              <a:solidFill>
                <a:srgbClr val="61BDF3"/>
              </a:solidFill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892675"/>
            <a:ext cx="2394300" cy="36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Ալգորիթմի հիմնական գաղափարը.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• սկզբում ընտրվում է մեկնարկային գագաթը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• աստիճ</a:t>
            </a:r>
            <a:r>
              <a:rPr lang="hy-AM" b="1" dirty="0"/>
              <a:t>ա</a:t>
            </a:r>
            <a:r>
              <a:rPr lang="en" b="1" dirty="0"/>
              <a:t>նաբար հաշվարկվում են հարևան գագաթների հեռավորությունները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• յուրաքանչյուր քայլում ընտրվում է նվազագույն հեռավորություն ունեցող դեռ չայցելված գագաթը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/>
          </p:nvPr>
        </p:nvSpPr>
        <p:spPr>
          <a:xfrm>
            <a:off x="6789550" y="1152475"/>
            <a:ext cx="2042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Ալգորիթմը երաշխավորում է օպտիմալ լուծում, եթե բոլոր կողերի քաշերը ոչ բացասական են։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A182A-1A37-4326-BB53-0A2930B23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21000" y="287725"/>
            <a:ext cx="8502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1BDF3"/>
                </a:solidFill>
              </a:rPr>
              <a:t>Դեյքսրայի ալգորիթմի աշխատանքը</a:t>
            </a:r>
            <a:endParaRPr>
              <a:solidFill>
                <a:srgbClr val="61BDF3"/>
              </a:solidFill>
            </a:endParaRPr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21000" y="1136600"/>
            <a:ext cx="4424100" cy="34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30" b="1" dirty="0"/>
              <a:t>Ալգորիթմի քայլերը.</a:t>
            </a:r>
            <a:endParaRPr sz="1430" b="1" dirty="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30" b="1" dirty="0"/>
              <a:t>1. մեկնարկային գագաթին տրվում է հեռավորություն 0</a:t>
            </a:r>
            <a:endParaRPr sz="1430" b="1" dirty="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30" b="1" dirty="0"/>
              <a:t>2. հարևան գագաթների համար հաշվարկվում են հնարավոր հեռավորությունները</a:t>
            </a:r>
            <a:endParaRPr sz="1430" b="1" dirty="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30" b="1" dirty="0"/>
              <a:t>3. ընտրվում է նվազագույն արժեք ունեցող գագաթը</a:t>
            </a:r>
            <a:endParaRPr sz="1430" b="1" dirty="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30" b="1" dirty="0"/>
              <a:t>4. գործընթացը կրկնվում է մինչև նպատակային գագաթի հասնելը</a:t>
            </a:r>
            <a:endParaRPr sz="1430" b="1" dirty="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30" b="1" dirty="0"/>
              <a:t>Այս մոտեցումը ուսումնասիրում է գրաֆի բավականին մեծ հատված։</a:t>
            </a:r>
            <a:endParaRPr sz="143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86D7C4-E787-4354-9B62-93D11BDBC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78446F-A8C8-4A6E-A2BF-4B3477436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80"/>
            <a:ext cx="9144000" cy="51073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7E7119-281A-46E3-9CE4-D1D8C9B20529}"/>
              </a:ext>
            </a:extLst>
          </p:cNvPr>
          <p:cNvSpPr/>
          <p:nvPr/>
        </p:nvSpPr>
        <p:spPr>
          <a:xfrm>
            <a:off x="8524240" y="4465320"/>
            <a:ext cx="492760" cy="574040"/>
          </a:xfrm>
          <a:prstGeom prst="rect">
            <a:avLst/>
          </a:prstGeom>
          <a:solidFill>
            <a:srgbClr val="E9E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descr="Title: Ա* ալգորիթմի աշխատանքը&#10;&#10;Ա* ալգորիթմը յուրաքանչյուր քայլում ընտրում է այն գագաթը, որի f(n) արժեքը նվազագույն է։&#10;&#10;Դրա արդյունքում.&#10;&#10;• որոնումը շարժվում է դեպի նպատակային ուղղություն  &#10;• ուսումնասիրվում է գրաֆի ավելի փոքր հատված  &#10;• լուծումը հաճախ գտնվում է ավելի արագ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 descr="Title: Ալգորիթմների վարքագծի տարբերությունը&#10;&#10;Դեյկստրայի ալգորիթմը ուսումնասիրում է գրաֆը համեմատաբար հավասարաչափ բոլոր ուղղություններով։&#10;&#10;Ա* ալգորիթմը օգտագործում է էվրիստիկ գնահատում և փորձում է շարժվել դեպի նպատակային գագաթը։&#10;&#10;Արդյունքում.&#10;&#10;• Դեյկստրան ուսումնասիրում է ավելի շատ գագաթներ  &#10;• Ա* հաճախ գտնում է ճանապարհը ավելի արա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 descr="Title: Դեյքստրա և Ա* համեմատություն&#10;&#10;Հիմնական տարբերությունները.&#10;&#10;Դեյքստրայի ալգորիթմ&#10;• չի օգտագործում հյուրիստիկ գնահատում  &#10;• ուսումնասիրում է մեծ քանակությամբ գագաթներ  &#10;• ապահովում է օպտիմալ լուծում&#10;&#10;Ա* ալգորիթմ&#10;• օգտագործում է հյուրիստիկ ֆունկցիա  &#10;• ուղղորդում է որոնումը դեպի նպատակ  &#10;• հաճախ ավելի արագ է աշխատում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5" descr="Title: Կիրառության ոլորտներ&#10;&#10;Կարճագույն ճանապարհի ալգորիթմները լայնորեն կիրառվում են տարբեր համակարգերում։&#10;&#10;Օրինակներ.&#10;&#10;• նավիգացիոն համակարգեր  &#10;• ռոբոտաշինություն  &#10;• համակարգչային խաղեր  &#10;• ցանցային երթուղավորում  &#10;• արհեստական բանականության պլանավորման համակարգեր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6"/>
          <p:cNvPicPr preferRelativeResize="0"/>
          <p:nvPr/>
        </p:nvPicPr>
        <p:blipFill rotWithShape="1">
          <a:blip r:embed="rId3">
            <a:alphaModFix/>
          </a:blip>
          <a:srcRect l="70" r="60"/>
          <a:stretch/>
        </p:blipFill>
        <p:spPr>
          <a:xfrm>
            <a:off x="-35700" y="0"/>
            <a:ext cx="9210675" cy="51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5F37F0-733C-4CFE-84F9-2D1CD54F005C}">
  <we:reference id="wa200008583" version="1.0.0.1" store="en-US" storeType="OMEX"/>
  <we:alternateReferences>
    <we:reference id="wa200008583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11442</TotalTime>
  <Words>193</Words>
  <Application>Microsoft Office PowerPoint</Application>
  <PresentationFormat>On-screen Show (16:9)</PresentationFormat>
  <Paragraphs>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PowerPoint Presentation</vt:lpstr>
      <vt:lpstr>PowerPoint Presentation</vt:lpstr>
      <vt:lpstr>PowerPoint Presentation</vt:lpstr>
      <vt:lpstr>Կարճագույն ճանապարհի ալգորիթմներ</vt:lpstr>
      <vt:lpstr>Դեյկստրայի Ալգորիթմ</vt:lpstr>
      <vt:lpstr>Դեյքսրայի ալգորիթմի աշխատանքը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Arsen Grigoryan</cp:lastModifiedBy>
  <cp:revision>8</cp:revision>
  <dcterms:modified xsi:type="dcterms:W3CDTF">2026-04-26T22:08:29Z</dcterms:modified>
</cp:coreProperties>
</file>